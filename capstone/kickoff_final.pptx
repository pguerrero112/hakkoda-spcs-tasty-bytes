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SKILLS CAPSTONE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 Bytes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Application Modernization Scenario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0" y="3566160"/>
            <a:ext cx="365760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 Bytes   </a:t>
            </a:r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  </a:t>
            </a:r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Proposal + 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hakkoda.io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115568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intro,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31136" y="1508760"/>
            <a:ext cx="27432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40864" y="13898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36392" y="1115568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42032" y="17830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42032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1508760"/>
            <a:ext cx="27432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13898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21224" y="1115568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26864" y="17830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26864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26864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3–4: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1508760"/>
            <a:ext cx="27432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13898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06056" y="1115568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06056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711696" y="1783080"/>
            <a:ext cx="1737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11696" y="1828800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Defend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11696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presentation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 min Q&amp;A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&amp; Time Commitment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Intern Groups: 3–4 per group      🎓  Mentors: 2 hrs/week      ⏱  Interns: Half of weekly hours      🎯  Final: ~45 min per group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Tasty Bytes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8404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68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3749040" cy="347472"/>
          </a:xfrm>
          <a:prstGeom prst="rect">
            <a:avLst/>
          </a:prstGeom>
          <a:solidFill>
            <a:srgbClr val="EBF5FB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07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3807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 / Franchise 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46504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739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7739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York, USA (global ops)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39696"/>
            <a:ext cx="3749040" cy="347472"/>
          </a:xfrm>
          <a:prstGeom prst="rect">
            <a:avLst/>
          </a:prstGeom>
          <a:solidFill>
            <a:srgbClr val="EBF5FB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67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167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across 30+ countries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532888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60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Brands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distinct brands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3749040" cy="347472"/>
          </a:xfrm>
          <a:prstGeom prst="rect">
            <a:avLst/>
          </a:prstGeom>
          <a:solidFill>
            <a:srgbClr val="EBF5FB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53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953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million records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319272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467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346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+ AWS EC2 + React/S3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712464"/>
            <a:ext cx="3749040" cy="347472"/>
          </a:xfrm>
          <a:prstGeom prst="rect">
            <a:avLst/>
          </a:prstGeom>
          <a:solidFill>
            <a:srgbClr val="EBF5FB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398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Edition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3739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777240"/>
            <a:ext cx="40233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12984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 Bytes has a working analytics dashboard built 18 months ago on AWS. Franchisees can see their sales data — but the business has outgrown the architecture.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46320" y="2615184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93792" y="2542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infrastructure overhead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072384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93792" y="2999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data security &amp; governance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529584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93792" y="34564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for 40% franchise growth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4632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job: propose the solution.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ALREADY RUNNING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It Before You Present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Live on Snowpark Container Services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nsamyoub-se58322-snowflake-containers-adrianm.snowflakecomputing.app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your group credentials: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solidFill>
            <a:srgbClr val="0D2B4E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414016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377440"/>
            <a:ext cx="2286000" cy="320040"/>
          </a:xfrm>
          <a:prstGeom prst="rect">
            <a:avLst/>
          </a:prstGeom>
          <a:solidFill>
            <a:srgbClr val="0D2B4E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2414016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2377440"/>
            <a:ext cx="2743200" cy="320040"/>
          </a:xfrm>
          <a:prstGeom prst="rect">
            <a:avLst/>
          </a:prstGeom>
          <a:solidFill>
            <a:srgbClr val="0D2B4E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2414016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61488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intern_group1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724912"/>
            <a:ext cx="22860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761488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Hakkoda2024!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2724912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2761488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72384"/>
            <a:ext cx="2743200" cy="320040"/>
          </a:xfrm>
          <a:prstGeom prst="rect">
            <a:avLst/>
          </a:prstGeom>
          <a:solidFill>
            <a:srgbClr val="EBF5FB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08960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intern_group2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3072384"/>
            <a:ext cx="2286000" cy="320040"/>
          </a:xfrm>
          <a:prstGeom prst="rect">
            <a:avLst/>
          </a:prstGeom>
          <a:solidFill>
            <a:srgbClr val="EBF5FB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3108960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Hakkoda2024!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3072384"/>
            <a:ext cx="2743200" cy="320040"/>
          </a:xfrm>
          <a:prstGeom prst="rect">
            <a:avLst/>
          </a:prstGeom>
          <a:solidFill>
            <a:srgbClr val="EBF5FB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3108960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120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19856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456432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intern_group3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3419856"/>
            <a:ext cx="22860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3456432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Hakkoda2024!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0" y="3419856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3456432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271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767328"/>
            <a:ext cx="2743200" cy="320040"/>
          </a:xfrm>
          <a:prstGeom prst="rect">
            <a:avLst/>
          </a:prstGeom>
          <a:solidFill>
            <a:srgbClr val="EBF5FB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803904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intern_group4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0" y="3767328"/>
            <a:ext cx="2286000" cy="320040"/>
          </a:xfrm>
          <a:prstGeom prst="rect">
            <a:avLst/>
          </a:prstGeom>
          <a:solidFill>
            <a:srgbClr val="EBF5FB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3803904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Hakkoda2024!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0" y="3767328"/>
            <a:ext cx="2743200" cy="320040"/>
          </a:xfrm>
          <a:prstGeom prst="rect">
            <a:avLst/>
          </a:prstGeom>
          <a:solidFill>
            <a:srgbClr val="EBF5FB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9552" y="3803904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114800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151376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intern_group5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0" y="4114800"/>
            <a:ext cx="22860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4151376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Hakkoda2024!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0" y="4114800"/>
            <a:ext cx="27432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4151376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120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462272"/>
            <a:ext cx="2743200" cy="320040"/>
          </a:xfrm>
          <a:prstGeom prst="rect">
            <a:avLst/>
          </a:prstGeom>
          <a:solidFill>
            <a:srgbClr val="EBF5FB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4498848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intern_group6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0" y="4462272"/>
            <a:ext cx="2286000" cy="320040"/>
          </a:xfrm>
          <a:prstGeom prst="rect">
            <a:avLst/>
          </a:prstGeom>
          <a:solidFill>
            <a:srgbClr val="EBF5FB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73552" y="4498848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Hakkoda2024!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0" y="4462272"/>
            <a:ext cx="2743200" cy="320040"/>
          </a:xfrm>
          <a:prstGeom prst="rect">
            <a:avLst/>
          </a:prstGeom>
          <a:solidFill>
            <a:srgbClr val="EBF5FB"/>
          </a:solidFill>
          <a:ln w="3810">
            <a:solidFill>
              <a:srgbClr val="B0BE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9552" y="4498848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271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in, explore the dashboard, open DevTools — the more you understand the app, the better your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Priorities. One Architecture Decision.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270662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6464" y="868680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914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150876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Infrastructure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13232" y="2212848"/>
            <a:ext cx="1975104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304288"/>
            <a:ext cx="2523744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30% of time managing EC2, SSL certs, and OS patches. Zero time for new features.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" y="3657600"/>
            <a:ext cx="2523744" cy="896112"/>
          </a:xfrm>
          <a:prstGeom prst="rect">
            <a:avLst/>
          </a:prstGeom>
          <a:solidFill>
            <a:srgbClr val="EBF5FB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" y="37033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didn't hire data engineers to manage servers."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749808"/>
            <a:ext cx="270662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9392" y="868680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9144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150876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Data Security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3566160" y="2212848"/>
            <a:ext cx="1975104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91840" y="2304288"/>
            <a:ext cx="2523744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data crosses the network from Snowflake to EC2. GDPR, LGPD, and regional laws require all processing in one governed environment.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291840" y="3657600"/>
            <a:ext cx="2523744" cy="896112"/>
          </a:xfrm>
          <a:prstGeom prst="rect">
            <a:avLst/>
          </a:prstGeom>
          <a:solidFill>
            <a:srgbClr val="EBF5FB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64992" y="37033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mandate: no cross-boundary data movement by year end.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53328" y="749808"/>
            <a:ext cx="2706624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32320" y="868680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44768" y="150876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for Global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Growth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419088" y="2212848"/>
            <a:ext cx="1975104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144768" y="2304288"/>
            <a:ext cx="2523744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franchisee growth projected. Current app degrades at 120+ concurrent sessions. Peak loads span multiple time zones.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144768" y="3657600"/>
            <a:ext cx="2523744" cy="896112"/>
          </a:xfrm>
          <a:prstGeom prst="rect">
            <a:avLst/>
          </a:prstGeom>
          <a:solidFill>
            <a:srgbClr val="EBF5FB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17920" y="37033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server provisioning is not an option at this scale.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WHAT YOU'RE WORKING WITH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 Container Services (SPCS)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at the center of your proposed solution — already running the Tasty Bytes app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solidFill>
            <a:srgbClr val="0D3B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55648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moving your data to your application — SPCS brings your application to the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4114800" cy="914400"/>
          </a:xfrm>
          <a:prstGeom prst="rect">
            <a:avLst/>
          </a:prstGeom>
          <a:solidFill>
            <a:srgbClr val="0D3B5C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97480"/>
            <a:ext cx="109728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70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Available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0998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(2024) · Azure (Feb 2025) · GCP (Aug 2025)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697480"/>
            <a:ext cx="4114800" cy="914400"/>
          </a:xfrm>
          <a:prstGeom prst="rect">
            <a:avLst/>
          </a:prstGeom>
          <a:solidFill>
            <a:srgbClr val="0D3B5C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697480"/>
            <a:ext cx="109728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2770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01768" y="30998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Python, Go, C++ — any OCI container image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114800" cy="914400"/>
          </a:xfrm>
          <a:prstGeom prst="rect">
            <a:avLst/>
          </a:prstGeom>
          <a:solidFill>
            <a:srgbClr val="0D3B5C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109728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867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1970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runs Kubernetes — your team doesn't have 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794760"/>
            <a:ext cx="4114800" cy="914400"/>
          </a:xfrm>
          <a:prstGeom prst="rect">
            <a:avLst/>
          </a:prstGeom>
          <a:solidFill>
            <a:srgbClr val="0D3B5C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794760"/>
            <a:ext cx="109728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3867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Auth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41970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ingress — Snowflake handles user login at the edge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implementation is at: github.com/pguerrero112/hakkoda-spcs-tasty-bytes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GitHub Repo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github.com/pguerrero112/hakkoda-spcs-tasty-bytes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63040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/src/backend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9019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API. Connects to Snowflake, exposes REST endpoints. Auth via Sf-Context-Current-User header.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33472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633472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/src/frontend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0723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dashboard. Three views: franchise, truck brand, and cities. All API calls routed through /api.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803904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803904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895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Router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2428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CORS. Routes /api/* to the backend service, everything else to the frontend container.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46304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463040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19019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service, built for linux/amd64 — required for SPCS compute pools.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2633472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2633472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937760" y="30723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— push to main and all 3 images build and push to Snowflake registry automatically.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803904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803904"/>
            <a:ext cx="91440" cy="10789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0" y="3895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Setup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37760" y="42428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Snowflake setup: database, warehouses, compute pools, image repo, services, users, roles.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FFF8E1"/>
          </a:solidFill>
          <a:ln w="10160">
            <a:solidFill>
              <a:srgbClr val="F57F1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46908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You are NOT expected to run or deploy this code. Explore it to understand the architecture.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You'll Be Presenting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297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42976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78638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Technology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" y="1225296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 Infrastructure &amp; Ops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4078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engineering time does this save? Who manages it when something breaks?"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297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49808"/>
            <a:ext cx="429768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78638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Franchise Ops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73168" y="1225296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 Franchisee Experience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572768"/>
            <a:ext cx="4078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 franchisees notice any difference? What's the rollout plan?"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4297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44368"/>
            <a:ext cx="4297680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8094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Data &amp; Security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5488" y="3419856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 Compliance &amp; Governance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767328"/>
            <a:ext cx="4078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does data sit during processing? How is authentication audited?"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4297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44368"/>
            <a:ext cx="429768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980944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(Exec Sponsor)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73168" y="3419856"/>
            <a:ext cx="4078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 Strategy &amp; ROI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3767328"/>
            <a:ext cx="4078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Snowflake vs. AWS ECS? What does this cost vs. what we have now?"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E8F5E9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mentors will play these roles. Treat them as real clients — they will challenge you.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Objectives for the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297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914400"/>
            <a:ext cx="493776" cy="49377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14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" y="93268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Architecture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0352" y="1527048"/>
            <a:ext cx="3968496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1848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repo. Log into the live app. Map what each component does and what changes from the current EC2-based stack.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297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914400"/>
            <a:ext cx="493776" cy="49377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914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31536" y="93268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Architecture to Business Problems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28032" y="1527048"/>
            <a:ext cx="3968496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61848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3 priorities, identify the specific SPCS mechanism that addresses it. Mechanism, not claim.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944368"/>
            <a:ext cx="4297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108960"/>
            <a:ext cx="493776" cy="49377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08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312724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Trade-offs &amp; Risks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0352" y="3721608"/>
            <a:ext cx="3968496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81304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SPCS has a cost model, vendor dependency, and constraints. Address them honestly — clients trust consultants who acknowledge limitations.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944368"/>
            <a:ext cx="4297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3108960"/>
            <a:ext cx="493776" cy="49377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108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31536" y="312724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Deliver the Proposal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28032" y="3721608"/>
            <a:ext cx="3968496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81304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 consulting proposal + 15-min Q&amp;A. All team members present. Structure it as a proposal, not a tutorial.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1572768" cy="512064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7772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" y="1033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353312"/>
            <a:ext cx="157276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4475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44752"/>
            <a:ext cx="64008" cy="65836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996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scenario doc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21992"/>
            <a:ext cx="64008" cy="65836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7685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live app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99232"/>
            <a:ext cx="64008" cy="65836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5409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GitHub repo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77647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76472"/>
            <a:ext cx="64008" cy="658368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83133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as a team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56816" y="777240"/>
            <a:ext cx="1572768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56816" y="7772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56816" y="1033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956816" y="1353312"/>
            <a:ext cx="157276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29968" y="144475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29968" y="1444752"/>
            <a:ext cx="6400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39696" y="14996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3 priorities to architecture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29968" y="222199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29968" y="2221992"/>
            <a:ext cx="6400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9696" y="227685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mechanisms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29968" y="299923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29968" y="2999232"/>
            <a:ext cx="6400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9696" y="305409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core argument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712464" y="777240"/>
            <a:ext cx="1572768" cy="5120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7772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12464" y="1033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12464" y="1353312"/>
            <a:ext cx="157276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85616" y="144475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85616" y="1444752"/>
            <a:ext cx="64008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95344" y="14996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SPCS pricing research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85616" y="222199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85616" y="2221992"/>
            <a:ext cx="64008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95344" y="227685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 design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785616" y="299923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85616" y="2999232"/>
            <a:ext cx="64008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95344" y="305409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risks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68112" y="777240"/>
            <a:ext cx="1572768" cy="5120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68112" y="7772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68112" y="1033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68112" y="1353312"/>
            <a:ext cx="157276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541264" y="144475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41264" y="1444752"/>
            <a:ext cx="64008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14996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slide deck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541264" y="222199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41264" y="2221992"/>
            <a:ext cx="64008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50992" y="227685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speaking roles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541264" y="299923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41264" y="2999232"/>
            <a:ext cx="64008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50992" y="305409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rehearsal (30 min)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223760" y="777240"/>
            <a:ext cx="1572768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23760" y="7772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223760" y="1033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223760" y="1353312"/>
            <a:ext cx="157276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296912" y="144475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96912" y="1444752"/>
            <a:ext cx="64008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06640" y="149961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presentation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296912" y="222199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96912" y="2221992"/>
            <a:ext cx="64008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06640" y="227685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Q&amp;A with panel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296912" y="2999232"/>
            <a:ext cx="1426464" cy="658368"/>
          </a:xfrm>
          <a:prstGeom prst="rect">
            <a:avLst/>
          </a:prstGeom>
          <a:solidFill>
            <a:srgbClr val="F8F9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96912" y="2999232"/>
            <a:ext cx="64008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06640" y="305409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feedback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01168" y="4828032"/>
            <a:ext cx="8741664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your weekly intern hours are allocated to this capstone.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Great Proposal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713232"/>
          </a:xfrm>
          <a:prstGeom prst="rect">
            <a:avLst/>
          </a:prstGeom>
          <a:solidFill>
            <a:srgbClr val="F0FBF8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978408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8778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0" y="914400"/>
            <a:ext cx="0" cy="49377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8778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correctly identified. Trade-offs explained precisely. Can defend choices under questioning.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9344"/>
            <a:ext cx="822960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783080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16824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Problem-Solution Mapping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0" y="1719072"/>
            <a:ext cx="0" cy="49377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6824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priority has a specific architectural response. Mechanisms explained — not just claims.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8229600" cy="713232"/>
          </a:xfrm>
          <a:prstGeom prst="rect">
            <a:avLst/>
          </a:prstGeom>
          <a:solidFill>
            <a:srgbClr val="F0FBF8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587752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2487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Communication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0" y="2523744"/>
            <a:ext cx="0" cy="49377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4871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narrative. Both technical and non-technical stakeholders are served. Clear delivery.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18688"/>
            <a:ext cx="822960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392424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657600" y="3328416"/>
            <a:ext cx="0" cy="49377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32918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addressed proactively. Trade-offs with nuance. Mitigations proposed.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713232"/>
          </a:xfrm>
          <a:prstGeom prst="rect">
            <a:avLst/>
          </a:prstGeom>
          <a:solidFill>
            <a:srgbClr val="F0FBF8"/>
          </a:solidFill>
          <a:ln w="508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197096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8992" y="4096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Adaptability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657600" y="4133088"/>
            <a:ext cx="0" cy="49377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40965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unexpected questions. Connects answers back to the proposal's core argument.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consultants now.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1783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Tasty Bytes is counting on your team to cut through the complexity and tell them exactly what to do — and why.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2743200"/>
            <a:ext cx="365760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33832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Log into the live app: nsamyoub-se58322-snowflake-containers-adrianm.snowflakecomputing.app
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Clone the repo and explore the code
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Meet with your team tomorrow morning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them now.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Tasty Bytes Capstone — Kickoff</dc:title>
  <dc:subject>PptxGenJS Presentation</dc:subject>
  <dc:creator>PptxGenJS</dc:creator>
  <cp:lastModifiedBy>PptxGenJS</cp:lastModifiedBy>
  <cp:revision>1</cp:revision>
  <dcterms:created xsi:type="dcterms:W3CDTF">2026-05-25T19:56:09Z</dcterms:created>
  <dcterms:modified xsi:type="dcterms:W3CDTF">2026-05-25T19:56:09Z</dcterms:modified>
</cp:coreProperties>
</file>