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SKILLS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Application Modernization Scenario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0" y="3566160"/>
            <a:ext cx="36576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  </a:t>
            </a:r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  </a:t>
            </a:r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Proposal +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intro,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31136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6392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42032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42032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21224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26864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26864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26864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3–4: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06056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056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11696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11696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11696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presentation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min Q&amp;A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&amp; Time Commitment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Intern Groups: 3–4 interns per group      </a:t>
            </a:r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Mentors: 2 hrs/week for refinement &amp; Q&amp;A prep      </a:t>
            </a:r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Interns: Half of weekly hours on scenario work      </a:t>
            </a:r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Final Presentation: ~45 minutes per group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Tasty Bytes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840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0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80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/ Franchise 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46504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739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7739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USA (global ops)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67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across 30+ countries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32888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0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Brands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distinct brands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53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53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order records/month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19272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46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AWS EC2 + React/S3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12464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398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Edition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739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023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29844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has a working analytics dashboard built 18 months ago on AWS. It shows franchisees their sales data — revenue by country, top truck brands, menu performance.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business has outgrown it. The board has issued three strategic mandates that the current architecture cannot support.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298094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3792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infrastructure overhead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43814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3364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security &amp; governance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89534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93792" y="3822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40% franchise growth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job: propose the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Priorities. One Architecture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Infrastructure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3232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30% of their time managing EC2 instances, SSL certs, and OS patches. Zero time for new features.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didn't hire data engineers to manage servers."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9392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914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Security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566160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0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 crosses the network from Snowflake to EC2. GDPR, LGPD, and new regional laws require all processing to stay within one governed environment.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91840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64992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mandate: no cross-boundary data movement by year end.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53328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32320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44768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Global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Growth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19088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44768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franchisee growth projected. Current app degrades at 120+ concurrent sessions. Peak loads span multiple time zones.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44768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17920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server provisioning is not an option at this scale.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WHAT YOU'RE WORKING WITH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Container Services (SPCS)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at the center of your proposed solution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0D3B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moving your data to your application — SPCS brings your application to the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Available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(2024) · Azure (Feb 2025) · GCP (Aug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69748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69748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Python, Go, C++ — any OCI container image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67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97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runs Kubernetes so your team doesn't have 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79476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79476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3867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4197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ingress — Snowflake handles user login at the edge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 is in the GitHub repo — use it to understand the architecture, not to write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GitHub Repo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github.com/Snowflake-Labs/sfguide-tasty-bytes-zero-to-app-with-spcs  (branch: spcs)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/src/backend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019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API. Connects to Snowflake, exposes REST endpoints for franchise and truck brand data. Authentication via Sf-Context-Current-User header.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3347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33472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/src/frontend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dashboard. Two views: franchise-level and truck brand-level. All API calls routed through /api prefix.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80390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803904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Router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CORS problem. Routes /api/* to the backend service, everything else to the frontend container. Lives inside the frontend service.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463040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19019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service (backend, frontend, router). Built for linux/amd64 — required for SPCS compute pools.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263347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2633472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build-all.sh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 that builds all three images, tags them, and pushes to the Snowflake Image Repository.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80390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803904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Setup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3776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Snowflake objects: database, warehouses, compute pools, image repo, services, users, roles, and security integration.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FFF8E1"/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4690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You are NOT expected to run or deploy this code. Review it to understand the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You'll Be Presenting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4297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78638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Technology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" y="122529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Infrastructure &amp; Ops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engineering time does this save? Who manages it when something breaks?"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49808"/>
            <a:ext cx="429768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78638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Franchise Ops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73168" y="122529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Franchisee Experience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57276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franchisees notice any difference? What's the rollout plan?"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44368"/>
            <a:ext cx="429768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8094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&amp; Security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Compliance &amp; Governance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76732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data sit during processing? How is authentication audited?"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44368"/>
            <a:ext cx="429768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98094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(Exec Sponsor)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73168" y="341985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Strategy &amp; ROI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76732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Snowflake vs. AWS ECS? What does this cost vs. what we have now?"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8F5E9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mentors will play these roles. Treat them as real clients — they may challenge you, push back, or introduce new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 for the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91440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932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Architecture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0352" y="152704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1848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repo. Map the three-layer design. Understand why the NGINX router exists, how SPCS OAuth replaces JWT auth, and what Compute Pools replace.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91440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914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31536" y="932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Architecture to Business Problems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8032" y="152704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61848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3 priorities, identify the specific SPCS mechanism that addresses it. Don't just say it solves it — explain how.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10896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12724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Trade-offs &amp; Risks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72160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1304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SPCS has a cost model, vendor dependency implications, and internet access restrictions. Address them honestly. Good consultants don't hide limitations.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310896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1536" y="312724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Deliver the Presentation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28032" y="372160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81304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 consulting proposal + 15-min Q&amp;A. All team members present. Use the Hakkoda deck template. Structure it as a proposal, not a tutorial.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572768" cy="51206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4475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scenario document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2199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GitHub repo 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vs. proposed architecture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7647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7647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313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as a team on understanding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56816" y="777240"/>
            <a:ext cx="1572768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6816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56816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56816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9968" y="144475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9696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architecture to 3 priorities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29968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222199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specific mechanisms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29968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299923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core consulting argument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12464" y="777240"/>
            <a:ext cx="1572768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12464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12464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85616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5616" y="144475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SPCS pricing research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85616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85616" y="222199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design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85616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85616" y="299923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95344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risk assessment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68112" y="777240"/>
            <a:ext cx="1572768" cy="5120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68112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68112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41264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41264" y="144475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 deck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41264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41264" y="222199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speaking roles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41264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41264" y="299923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rehearsal (30 min)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23760" y="777240"/>
            <a:ext cx="1572768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23760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223760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96912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96912" y="144475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proposal presentation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296912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96912" y="222199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Q&amp;A with 'client' panel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296912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6912" y="299923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06640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feedback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01168" y="4828032"/>
            <a:ext cx="8741664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your weekly intern hours are allocated to this capstone. The other half continues with your regular internship work.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Great Proposal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978408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8778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8778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components correctly identified. Trade-offs explained precisely. Can defend choices under questioning.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9344"/>
            <a:ext cx="822960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16824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 Mapping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0" y="1719072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682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priority has a specific architectural response. Mechanisms explained — not just claims.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587752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487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Communication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0" y="2523744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4871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narrative. Both technical and non-technical stakeholders are served. Clear, confident delivery.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822960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392424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0" y="3328416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291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addressed proactively. Trade-offs presented with nuance. Mitigations proposed.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97096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Adaptability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657600" y="4133088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unexpected questions. Stays composed. Connects answers back to the proposal's core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consultants now.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is counting on your team to cut through the complexity and tell them exactly what to do — and why.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345643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Clone the repo and read the README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your scenario document tonight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Meet with your team tomorrow morning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them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Tasty Bytes Capstone — Kickoff</dc:title>
  <dc:subject>PptxGenJS Presentation</dc:subject>
  <dc:creator>PptxGenJS</dc:creator>
  <cp:lastModifiedBy>PptxGenJS</cp:lastModifiedBy>
  <cp:revision>1</cp:revision>
  <dcterms:created xsi:type="dcterms:W3CDTF">2026-04-15T23:42:10Z</dcterms:created>
  <dcterms:modified xsi:type="dcterms:W3CDTF">2026-04-15T23:42:10Z</dcterms:modified>
</cp:coreProperties>
</file>